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Relationship Id="rId5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20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182880"/>
            <a:ext cx="12191695" cy="6858000"/>
          </a:xfrm>
          <a:prstGeom prst="rect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C9ED"/>
                </a:solidFill>
                <a:latin typeface="Calibri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047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 Interview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EEE8F5"/>
                </a:solidFill>
                <a:latin typeface="Calibri"/>
              </a:rPr>
              <a:t>A </a:t>
            </a:r>
            <a:r>
              <a:rPr lang="en-US" dirty="0">
                <a:solidFill>
                  <a:srgbClr val="EEE8F5"/>
                </a:solidFill>
                <a:latin typeface="Calibri"/>
              </a:rPr>
              <a:t>hybrid </a:t>
            </a:r>
            <a:r>
              <a:rPr sz="1800" b="0" dirty="0">
                <a:solidFill>
                  <a:srgbClr val="EEE8F5"/>
                </a:solidFill>
                <a:latin typeface="Calibri"/>
              </a:rPr>
              <a:t>multi-agent mock interview system that personalizes practice</a:t>
            </a:r>
          </a:p>
          <a:p>
            <a:pPr algn="l"/>
            <a:r>
              <a:rPr sz="1800" b="0" dirty="0">
                <a:solidFill>
                  <a:srgbClr val="EEE8F5"/>
                </a:solidFill>
                <a:latin typeface="Calibri"/>
              </a:rPr>
              <a:t>from a candidate resume and target job description.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Agentic AI Engineering  ·  Live demo + architecture walkthrough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85370-AC8F-C4E2-EC1D-21A3A76644F2}"/>
              </a:ext>
            </a:extLst>
          </p:cNvPr>
          <p:cNvSpPr txBox="1"/>
          <p:nvPr/>
        </p:nvSpPr>
        <p:spPr>
          <a:xfrm>
            <a:off x="673608" y="4568952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EEE8F5"/>
                </a:solidFill>
                <a:latin typeface="Calibri"/>
              </a:rPr>
              <a:t>Prepared by:</a:t>
            </a:r>
          </a:p>
          <a:p>
            <a:pPr algn="l"/>
            <a:endParaRPr lang="en-US" sz="1800" b="0" dirty="0">
              <a:solidFill>
                <a:srgbClr val="EEE8F5"/>
              </a:solidFill>
              <a:latin typeface="Calibri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800" b="0" dirty="0">
                <a:solidFill>
                  <a:srgbClr val="EEE8F5"/>
                </a:solidFill>
                <a:latin typeface="Calibri"/>
              </a:rPr>
              <a:t>Devendra Yadav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solidFill>
                  <a:srgbClr val="EEE8F5"/>
                </a:solidFill>
                <a:latin typeface="Calibri"/>
              </a:rPr>
              <a:t>Ferdinand Dinga</a:t>
            </a:r>
            <a:endParaRPr sz="1800" b="0" dirty="0">
              <a:solidFill>
                <a:srgbClr val="EEE8F5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0C8FC2-021D-D213-3E25-7CF624200D05}"/>
              </a:ext>
            </a:extLst>
          </p:cNvPr>
          <p:cNvSpPr txBox="1"/>
          <p:nvPr/>
        </p:nvSpPr>
        <p:spPr>
          <a:xfrm>
            <a:off x="10509504" y="190821"/>
            <a:ext cx="165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EEE8F5"/>
                </a:solidFill>
                <a:latin typeface="Calibri"/>
              </a:rPr>
              <a:t>Oct</a:t>
            </a:r>
            <a:r>
              <a:rPr lang="en-US" sz="1800" b="0" dirty="0">
                <a:solidFill>
                  <a:srgbClr val="EEE8F5"/>
                </a:solidFill>
                <a:latin typeface="Calibri"/>
              </a:rPr>
              <a:t>-10-2026</a:t>
            </a:r>
            <a:endParaRPr sz="1800" b="0" dirty="0">
              <a:solidFill>
                <a:srgbClr val="EEE8F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Why generic interview practice falls short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Today's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Practice questions are often generic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They ignore the candidate's real experience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They ignore the target job requirements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Feedback is vague or delayed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Candidates prepare for the wrong conversation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Weak transfer to real interviews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Hard to track improvement over time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B28"/>
                </a:solidFill>
                <a:latin typeface="Calibri"/>
              </a:rPr>
              <a:t>•  No reusable prep artifacts after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Personalized practice powered by cooperating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AI Interview Coach turns a resume + job description into a voice-based mock interview,</a:t>
            </a:r>
          </a:p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then evaluates the full session and produces downloadable coaching materials.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B5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Compare resume and JD</a:t>
            </a:r>
          </a:p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Find matches and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6576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B5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800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Ask tailored questions</a:t>
            </a:r>
          </a:p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with speech in/out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B5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00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Score the full session</a:t>
            </a:r>
          </a:p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and give practical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6576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B5C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Prepare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800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Export study pack with</a:t>
            </a:r>
          </a:p>
          <a:p>
            <a:pPr algn="l"/>
            <a:r>
              <a:rPr sz="1400" b="0">
                <a:solidFill>
                  <a:srgbClr val="5A6B66"/>
                </a:solidFill>
                <a:latin typeface="Calibri"/>
              </a:rPr>
              <a:t>answers +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4BAD7-C8D9-D7A1-2A41-63E5320C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3933"/>
            <a:ext cx="11252200" cy="659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4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Clear roles. Predictable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9728" cy="1874519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Job Analysis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Extracts skills, matches, gaps</a:t>
            </a:r>
          </a:p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Generates tailored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109728" cy="1874519"/>
          </a:xfrm>
          <a:prstGeom prst="rect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Interview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Runs question sequence</a:t>
            </a:r>
          </a:p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Opening → tailored → close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109728" cy="1874519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Interview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Owns session state &amp; turn order</a:t>
            </a:r>
          </a:p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Coordinates the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233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109728" cy="1874519"/>
          </a:xfrm>
          <a:prstGeom prst="rect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Evaluation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Reviews all Q&amp;A together</a:t>
            </a:r>
          </a:p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Produces final coaching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Product Layer Around 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From model calls to a usable practice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28"/>
                </a:solidFill>
                <a:latin typeface="Calibri"/>
              </a:rPr>
              <a:t>Email/password accounts with hashed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Document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28"/>
                </a:solidFill>
                <a:latin typeface="Calibri"/>
              </a:rPr>
              <a:t>Save and reuse resumes &amp; job descriptions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9659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9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Conversation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28"/>
                </a:solidFill>
                <a:latin typeface="Calibri"/>
              </a:rPr>
              <a:t>Reopen past interviews; replay audio clips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Downloads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28"/>
                </a:solidFill>
                <a:latin typeface="Calibri"/>
              </a:rPr>
              <a:t>Feedback report + study pack (PDF / DOCX)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Voice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74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28"/>
                </a:solidFill>
                <a:latin typeface="Calibri"/>
              </a:rPr>
              <a:t>Speech-to-text answers and text-to-speech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41148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9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Modular codebase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074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28"/>
                </a:solidFill>
                <a:latin typeface="Calibri"/>
              </a:rPr>
              <a:t>agents / auth / library / reports /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What you will see next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74519"/>
            <a:ext cx="411480" cy="411480"/>
          </a:xfrm>
          <a:prstGeom prst="ellipse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Login or register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Upload / select resume + JD from library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54679"/>
            <a:ext cx="411480" cy="411480"/>
          </a:xfrm>
          <a:prstGeom prst="ellipse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0039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Start interview — hear question audio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94759"/>
            <a:ext cx="411480" cy="411480"/>
          </a:xfrm>
          <a:prstGeom prst="ellipse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404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Record → Transcribe → Save &amp; continue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Review final feedback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74920"/>
            <a:ext cx="411480" cy="411480"/>
          </a:xfrm>
          <a:prstGeom prst="ellipse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Download feedback + study pack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714999"/>
            <a:ext cx="411480" cy="411480"/>
          </a:xfrm>
          <a:prstGeom prst="ellipse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76071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28"/>
                </a:solidFill>
                <a:latin typeface="Calibri"/>
              </a:rPr>
              <a:t>Open a past interview and replay audio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Practical tools for an agentic product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23873"/>
                </a:solidFill>
                <a:latin typeface="Calibri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Application logic &amp;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23873"/>
                </a:solidFill>
                <a:latin typeface="Calibri"/>
              </a:rPr>
              <a:t>Gradio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Interactive interview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01168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9" y="2468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23873"/>
                </a:solidFill>
                <a:latin typeface="Calibri"/>
              </a:rPr>
              <a:t>OpenAI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Analysis, interview, STT, TTS,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23873"/>
                </a:solidFill>
                <a:latin typeface="Calibri"/>
              </a:rPr>
              <a:t>Multi-agent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Specialized roles + manager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45720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23873"/>
                </a:solidFill>
                <a:latin typeface="Calibri"/>
              </a:rPr>
              <a:t>python-docx / fpdf2 / pypdf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Document read &amp; report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411480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9" y="45720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23873"/>
                </a:solidFill>
                <a:latin typeface="Calibri"/>
              </a:rPr>
              <a:t>Local user_data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66"/>
                </a:solidFill>
                <a:latin typeface="Calibri"/>
              </a:rPr>
              <a:t>Resumes, JDs, conversations, audio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Engineering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What makes this more than a chatbot wrapper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2B28"/>
                </a:solidFill>
                <a:latin typeface="Calibri"/>
              </a:rPr>
              <a:t>•  Separation of concerns: analysis, interviewing, evaluation, and orchestration are distinct agents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B28"/>
                </a:solidFill>
                <a:latin typeface="Calibri"/>
              </a:rPr>
              <a:t>•  Deterministic interview pipeline in code for a reliable 6-question flow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B28"/>
                </a:solidFill>
                <a:latin typeface="Calibri"/>
              </a:rPr>
              <a:t>•  Session state tracks questions, answers, and audio for history + reporting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B28"/>
                </a:solidFill>
                <a:latin typeface="Calibri"/>
              </a:rPr>
              <a:t>•  Per-user persistence: document library and past conversations under user_data/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B28"/>
                </a:solidFill>
                <a:latin typeface="Calibri"/>
              </a:rPr>
              <a:t>•  Downloadable coaching artifacts: feedback report and study pack with model answers + concepts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2B28"/>
                </a:solidFill>
                <a:latin typeface="Calibri"/>
              </a:rPr>
              <a:t>•  Modular project layout: agents/, auth/, library/, reports/, ui/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B5C"/>
                </a:solidFill>
                <a:latin typeface="Calibri"/>
              </a:rPr>
              <a:t>AI INTERVIEW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23873"/>
                </a:solidFill>
                <a:latin typeface="Calibri"/>
              </a:rPr>
              <a:t>Scope, Limits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6"/>
                </a:solidFill>
                <a:latin typeface="Calibri"/>
              </a:rPr>
              <a:t>Honest about today — clear about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3873"/>
                </a:solidFill>
                <a:latin typeface="Calibri"/>
              </a:rPr>
              <a:t>Current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Opening/closing questions are fixed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Four middle questions are tailored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Evaluation after the full interview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Local auth + local file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B5C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Adaptive follow-up questions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Richer scoring rubric per answer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Cloud storage / stronger production auth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2B28"/>
                </a:solidFill>
                <a:latin typeface="Calibri"/>
              </a:rPr>
              <a:t>•  Progress analytics across sessions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2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C9ED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Agentic patterns become a real product: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personalized practice, measurable feedback,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and prep materials candidates can take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8E6D8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AI Interview Coach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624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Gang Ferdinand Dinga</dc:creator>
  <cp:keywords/>
  <dc:description>generated using python-pptx</dc:description>
  <cp:lastModifiedBy>Gang Ferdinand Dinga</cp:lastModifiedBy>
  <cp:revision>4</cp:revision>
  <dcterms:created xsi:type="dcterms:W3CDTF">2013-01-27T09:14:16Z</dcterms:created>
  <dcterms:modified xsi:type="dcterms:W3CDTF">2026-10-10T01:48:42Z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MSIP_Label_42aa0bd3-5b9a-41d8-afbc-9cbdabc32b2c_Enabled">
    <vt:lpwstr>True</vt:lpwstr>
  </property>
  <property fmtid="{D5CDD505-2E9C-101B-9397-08002B2CF9AE}" pid="3" name="MSIP_Label_42aa0bd3-5b9a-41d8-afbc-9cbdabc32b2c_SiteId">
    <vt:lpwstr>28fd0d9a-e529-413f-88d5-7f33f67675ef</vt:lpwstr>
  </property>
  <property fmtid="{D5CDD505-2E9C-101B-9397-08002B2CF9AE}" pid="4" name="MSIP_Label_42aa0bd3-5b9a-41d8-afbc-9cbdabc32b2c_SetDate">
    <vt:lpwstr>2026-10-10T01:56:03Z</vt:lpwstr>
  </property>
  <property fmtid="{D5CDD505-2E9C-101B-9397-08002B2CF9AE}" pid="5" name="MSIP_Label_42aa0bd3-5b9a-41d8-afbc-9cbdabc32b2c_Name">
    <vt:lpwstr>Confidential \ All Employees</vt:lpwstr>
  </property>
  <property fmtid="{D5CDD505-2E9C-101B-9397-08002B2CF9AE}" pid="6" name="MSIP_Label_42aa0bd3-5b9a-41d8-afbc-9cbdabc32b2c_ActionId">
    <vt:lpwstr>884bd97e-a90f-4d1a-87de-f1eb73e74e22</vt:lpwstr>
  </property>
  <property fmtid="{D5CDD505-2E9C-101B-9397-08002B2CF9AE}" pid="7" name="MSIP_Label_42aa0bd3-5b9a-41d8-afbc-9cbdabc32b2c_Removed">
    <vt:lpwstr>False</vt:lpwstr>
  </property>
  <property fmtid="{D5CDD505-2E9C-101B-9397-08002B2CF9AE}" pid="8" name="MSIP_Label_42aa0bd3-5b9a-41d8-afbc-9cbdabc32b2c_Parent">
    <vt:lpwstr>6abfde06-b9f0-4674-bc23-4c918847de28</vt:lpwstr>
  </property>
  <property fmtid="{D5CDD505-2E9C-101B-9397-08002B2CF9AE}" pid="9" name="MSIP_Label_42aa0bd3-5b9a-41d8-afbc-9cbdabc32b2c_Extended_MSFT_Method">
    <vt:lpwstr>Standard</vt:lpwstr>
  </property>
  <property fmtid="{D5CDD505-2E9C-101B-9397-08002B2CF9AE}" pid="10" name="MSIP_Label_6abfde06-b9f0-4674-bc23-4c918847de28_Enabled">
    <vt:lpwstr>True</vt:lpwstr>
  </property>
  <property fmtid="{D5CDD505-2E9C-101B-9397-08002B2CF9AE}" pid="11" name="MSIP_Label_6abfde06-b9f0-4674-bc23-4c918847de28_SiteId">
    <vt:lpwstr>28fd0d9a-e529-413f-88d5-7f33f67675ef</vt:lpwstr>
  </property>
  <property fmtid="{D5CDD505-2E9C-101B-9397-08002B2CF9AE}" pid="12" name="MSIP_Label_6abfde06-b9f0-4674-bc23-4c918847de28_SetDate">
    <vt:lpwstr>2026-10-10T01:56:03Z</vt:lpwstr>
  </property>
  <property fmtid="{D5CDD505-2E9C-101B-9397-08002B2CF9AE}" pid="13" name="MSIP_Label_6abfde06-b9f0-4674-bc23-4c918847de28_Name">
    <vt:lpwstr>Confidential</vt:lpwstr>
  </property>
  <property fmtid="{D5CDD505-2E9C-101B-9397-08002B2CF9AE}" pid="14" name="MSIP_Label_6abfde06-b9f0-4674-bc23-4c918847de28_ActionId">
    <vt:lpwstr>0f955a14-ed1a-445f-a2da-906c1e272981</vt:lpwstr>
  </property>
  <property fmtid="{D5CDD505-2E9C-101B-9397-08002B2CF9AE}" pid="15" name="MSIP_Label_6abfde06-b9f0-4674-bc23-4c918847de28_Extended_MSFT_Method">
    <vt:lpwstr>Standard</vt:lpwstr>
  </property>
  <property fmtid="{D5CDD505-2E9C-101B-9397-08002B2CF9AE}" pid="16" name="Sensitivity">
    <vt:lpwstr>Confidential \ All Employees Confidential</vt:lpwstr>
  </property>
</Properties>
</file>