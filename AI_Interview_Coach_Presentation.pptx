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C9ED"/>
                </a:solidFill>
                <a:latin typeface="Calibri"/>
              </a:rPr>
              <a:t>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AI Interview Coach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EE8F5"/>
                </a:solidFill>
                <a:latin typeface="Calibri"/>
              </a:rPr>
              <a:t>A multi-agent mock interview system that personalizes practice</a:t>
            </a:r>
          </a:p>
          <a:p>
            <a:pPr algn="l"/>
            <a:r>
              <a:rPr sz="1800" b="0">
                <a:solidFill>
                  <a:srgbClr val="EEE8F5"/>
                </a:solidFill>
                <a:latin typeface="Calibri"/>
              </a:rPr>
              <a:t>from a candidate resume and target job description.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Agentic AI Engineering  ·  Live demo + architecture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Why generic interview practice falls short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21208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Today's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Practice questions are often generic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They ignore the candidate's real experience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They ignore the target job requirements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Feedback is vague or delayed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48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65176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Candidates prepare for the wrong conversation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Weak transfer to real interviews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Hard to track improvement over time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2B28"/>
                </a:solidFill>
                <a:latin typeface="Calibri"/>
              </a:rPr>
              <a:t>•  No reusable prep artifacts after practice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Personalized practice powered by cooperating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728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AI Interview Coach turns a resume + job description into a voice-based mock interview,</a:t>
            </a:r>
          </a:p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then evaluates the full session and produces downloadable coaching materials.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26517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6B5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97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Analyze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8006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Compare resume and JD</a:t>
            </a:r>
          </a:p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Find matches and gaps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657600"/>
            <a:ext cx="26517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6B5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297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Interview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8006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Ask tailored questions</a:t>
            </a:r>
          </a:p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with speech in/out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657600"/>
            <a:ext cx="26517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6B5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4297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Evaluate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8006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Score the full session</a:t>
            </a:r>
          </a:p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and give practical feedback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657600"/>
            <a:ext cx="26517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6B5C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4297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Prepare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48006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Export study pack with</a:t>
            </a:r>
          </a:p>
          <a:p>
            <a:pPr algn="l"/>
            <a:r>
              <a:rPr sz="1400" b="0">
                <a:solidFill>
                  <a:srgbClr val="5A6B66"/>
                </a:solidFill>
                <a:latin typeface="Calibri"/>
              </a:rPr>
              <a:t>answers + concepts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Multi-Agent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Clear roles. Predictable orchestration.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109728" cy="1874519"/>
          </a:xfrm>
          <a:prstGeom prst="rect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Job Analysis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Extracts skills, matches, gaps</a:t>
            </a:r>
          </a:p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Generates tailored questions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92024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920240"/>
            <a:ext cx="109728" cy="1874519"/>
          </a:xfrm>
          <a:prstGeom prst="rect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240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Interview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74320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Runs question sequence</a:t>
            </a:r>
          </a:p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Opening → tailored → close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2336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109728" cy="1874519"/>
          </a:xfrm>
          <a:prstGeom prst="rect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434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Interview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Owns session state &amp; turn order</a:t>
            </a:r>
          </a:p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Coordinates the workflow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02336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023360"/>
            <a:ext cx="109728" cy="1874519"/>
          </a:xfrm>
          <a:prstGeom prst="rect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3434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Evaluation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8463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Reviews all Q&amp;A together</a:t>
            </a:r>
          </a:p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Produces final coaching feedback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Product Layer Around the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From model calls to a usable practice product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B28"/>
                </a:solidFill>
                <a:latin typeface="Calibri"/>
              </a:rPr>
              <a:t>Email/password accounts with hashed credentials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6596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Document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B28"/>
                </a:solidFill>
                <a:latin typeface="Calibri"/>
              </a:rPr>
              <a:t>Save and reuse resumes &amp; job descriptions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96596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9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Conversation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9" y="292608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B28"/>
                </a:solidFill>
                <a:latin typeface="Calibri"/>
              </a:rPr>
              <a:t>Reopen past interviews; replay audio clips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1480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Downloads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749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B28"/>
                </a:solidFill>
                <a:latin typeface="Calibri"/>
              </a:rPr>
              <a:t>Feedback report + study pack (PDF / DOCX)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11480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Voice 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749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B28"/>
                </a:solidFill>
                <a:latin typeface="Calibri"/>
              </a:rPr>
              <a:t>Speech-to-text answers and text-to-speech questions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59" y="411480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9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Modular codebase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9" y="50749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B28"/>
                </a:solidFill>
                <a:latin typeface="Calibri"/>
              </a:rPr>
              <a:t>agents / auth / library / reports / ui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Live Demo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What you will see next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74519"/>
            <a:ext cx="411480" cy="411480"/>
          </a:xfrm>
          <a:prstGeom prst="ellipse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202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Login or register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514600"/>
            <a:ext cx="411480" cy="411480"/>
          </a:xfrm>
          <a:prstGeom prst="ellipse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603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Upload / select resume + JD from library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54679"/>
            <a:ext cx="411480" cy="411480"/>
          </a:xfrm>
          <a:prstGeom prst="ellipse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20039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Start interview — hear question audio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94759"/>
            <a:ext cx="411480" cy="411480"/>
          </a:xfrm>
          <a:prstGeom prst="ellipse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4047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Record → Transcribe → Save &amp; continue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434840"/>
            <a:ext cx="411480" cy="411480"/>
          </a:xfrm>
          <a:prstGeom prst="ellipse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Review final feedback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5074920"/>
            <a:ext cx="411480" cy="411480"/>
          </a:xfrm>
          <a:prstGeom prst="ellipse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120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Download feedback + study pack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714999"/>
            <a:ext cx="411480" cy="411480"/>
          </a:xfrm>
          <a:prstGeom prst="ellipse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76071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B28"/>
                </a:solidFill>
                <a:latin typeface="Calibri"/>
              </a:rPr>
              <a:t>Open a past interview and replay audio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Practical tools for an agentic product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35661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23873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Application logic &amp;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011680"/>
            <a:ext cx="35661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468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23873"/>
                </a:solidFill>
                <a:latin typeface="Calibri"/>
              </a:rPr>
              <a:t>Gradio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0175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Interactive interview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2011680"/>
            <a:ext cx="35661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9" y="2468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23873"/>
                </a:solidFill>
                <a:latin typeface="Calibri"/>
              </a:rPr>
              <a:t>OpenAI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9" y="30175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Analysis, interview, STT, TTS, evaluation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14800"/>
            <a:ext cx="35661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720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23873"/>
                </a:solidFill>
                <a:latin typeface="Calibri"/>
              </a:rPr>
              <a:t>Multi-agent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Specialized roles + manager workflow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114800"/>
            <a:ext cx="35661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45720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23873"/>
                </a:solidFill>
                <a:latin typeface="Calibri"/>
              </a:rPr>
              <a:t>python-docx / fpdf2 / pypdf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1206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Document read &amp; report export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59" y="4114800"/>
            <a:ext cx="35661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9" y="45720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23873"/>
                </a:solidFill>
                <a:latin typeface="Calibri"/>
              </a:rPr>
              <a:t>Local user_data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9" y="51206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66"/>
                </a:solidFill>
                <a:latin typeface="Calibri"/>
              </a:rPr>
              <a:t>Resumes, JDs, conversations, audio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Engineering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What makes this more than a chatbot wrapper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C2B28"/>
                </a:solidFill>
                <a:latin typeface="Calibri"/>
              </a:rPr>
              <a:t>•  Separation of concerns: analysis, interviewing, evaluation, and orchestration are distinct agents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2B28"/>
                </a:solidFill>
                <a:latin typeface="Calibri"/>
              </a:rPr>
              <a:t>•  Deterministic interview pipeline in code for a reliable 6-question flow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2B28"/>
                </a:solidFill>
                <a:latin typeface="Calibri"/>
              </a:rPr>
              <a:t>•  Session state tracks questions, answers, and audio for history + reporting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2B28"/>
                </a:solidFill>
                <a:latin typeface="Calibri"/>
              </a:rPr>
              <a:t>•  Per-user persistence: document library and past conversations under user_data/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2B28"/>
                </a:solidFill>
                <a:latin typeface="Calibri"/>
              </a:rPr>
              <a:t>•  Downloadable coaching artifacts: feedback report and study pack with model answers + concepts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C2B28"/>
                </a:solidFill>
                <a:latin typeface="Calibri"/>
              </a:rPr>
              <a:t>•  Modular project layout: agents/, auth/, library/, reports/, ui/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6B5C"/>
                </a:solidFill>
                <a:latin typeface="Calibri"/>
              </a:rPr>
              <a:t>AI INTERVIEW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523873"/>
                </a:solidFill>
                <a:latin typeface="Calibri"/>
              </a:rPr>
              <a:t>Scope, Limits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66"/>
                </a:solidFill>
                <a:latin typeface="Calibri"/>
              </a:rPr>
              <a:t>Honest about today — clear about tomorrow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23873"/>
                </a:solidFill>
                <a:latin typeface="Calibri"/>
              </a:rPr>
              <a:t>Current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4754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Opening/closing questions are fixed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Four middle questions are tailored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Evaluation after the full interview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Local auth + local file 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48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6B5C"/>
                </a:solidFill>
                <a:latin typeface="Calibri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697480"/>
            <a:ext cx="4754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Adaptive follow-up questions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Richer scoring rubric per answer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Cloud storage / stronger production auth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2B28"/>
                </a:solidFill>
                <a:latin typeface="Calibri"/>
              </a:rPr>
              <a:t>•  Progress analytics across sessions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23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0F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C9ED"/>
                </a:solidFill>
                <a:latin typeface="Calibri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Agentic patterns become a real product:</a:t>
            </a:r>
          </a:p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personalized practice, measurable feedback,</a:t>
            </a:r>
          </a:p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and prep materials candidates can take away.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B8E6D8"/>
                </a:solidFill>
                <a:latin typeface="Calibri"/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AI Interview Coach  ·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